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同学们好，今天我们要读一篇关于感恩节和归属感的短文。先看看标题——Festivals and Belonging，节日和归属感。这两个词之间有什么关系呢？带着这个问题开始今天的课。此页约 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今天的课分四步。先热身聊节日记忆，然后学六个关键词，接着快速读课文找五个事实，最后小组讨论归属感主题。每步都有小任务，最后要写一段短文。此页约 1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先别翻课文。和同桌分享：你家过节最离不开的一道菜是什么？为什么？我先举个例子：我家过年必须有饺子，没有饺子就不像过年。好，两分钟，开始。此页约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看这六个词，都和节日文化有关。先看第一个 thanksgiving，感恩节，美国十一月第四个星期四。tradition 传统，ritual 仪式，gather 聚集，gratitude 感恩，belonging 归属感。跟我读一遍，注意发音。此页约 5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现在快速读课文，找这五个问题的答案。第一，一家人什么时候聚？第二，谁讲故事？第三，桌上有什么？第四，奶奶说家是什么？第五，哪些仪式没变？两分钟读，然后和同桌核对答案。此页约 8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课文里奶奶说了一句话：home is where the table is full，家就是桌子满的地方。这句话什么意思？桌子满意味着什么？食物、人、温暖。这是作者对归属感的核心理解。此页约 3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小组四人讨论：什么让你有归属感？分享一个家庭场景。可以用句型支架：I feel I belong when… 每组选一个代表汇报。三分钟讨论，然后汇报。此页约 10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总结一下：归属感来自什么？桌子满，仪式不变，家人相聚。作业：写一篇 120 词的短文，描述一个家庭节日场景，至少用今天学的三个关键词。下节课交。此页约 2 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96A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600" b="1" i="0">
                <a:solidFill>
                  <a:srgbClr val="3A3A37"/>
                </a:solidFill>
              </a:rPr>
              <a:t>Festivals and Belonging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6B6B66"/>
                </a:solidFill>
              </a:rPr>
              <a:t>Unit 6 · Reading</a:t>
            </a:r>
          </a:p>
          <a:p>
            <a:pPr algn="ctr">
              <a:spcAft>
                <a:spcPts val="800"/>
              </a:spcAft>
            </a:pPr>
            <a:r>
              <a:rPr sz="1600" b="0" i="0">
                <a:solidFill>
                  <a:srgbClr val="6B6B66"/>
                </a:solidFill>
              </a:rPr>
              <a:t>B1 · 53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Festivals and Belonging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6A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3A3A37"/>
                </a:solidFill>
              </a:rPr>
              <a:t>Today's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97280" cy="54864"/>
          </a:xfrm>
          <a:prstGeom prst="rect">
            <a:avLst/>
          </a:prstGeom>
          <a:solidFill>
            <a:srgbClr val="D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Warm-up: festival memories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Key words: 6 culture words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Reading: find 5 facts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Discussion: belonging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Festivals and Belonging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3A3A37"/>
                </a:solidFill>
              </a:rPr>
              <a:t>Warm-up: Festival Memories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6B6B66"/>
                </a:solidFill>
              </a:rPr>
              <a:t>What festival dish matters to you?</a:t>
            </a:r>
          </a:p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6B6B66"/>
                </a:solidFill>
              </a:rPr>
              <a:t>Share with your partner</a:t>
            </a:r>
          </a:p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6B6B66"/>
                </a:solidFill>
              </a:rPr>
              <a:t>2 minutes ·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Festivals and Belonging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6A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3A3A37"/>
                </a:solidFill>
              </a:rPr>
              <a:t>Key Words: Culture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97280" cy="54864"/>
          </a:xfrm>
          <a:prstGeom prst="rect">
            <a:avLst/>
          </a:prstGeom>
          <a:solidFill>
            <a:srgbClr val="D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thanksgiving — 感恩节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tradition — 传统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ritual — 仪式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82880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gather — 聚集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gratitude — 感恩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belonging — 归属感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Festivals and Belonging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6A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3A3A37"/>
                </a:solidFill>
              </a:rPr>
              <a:t>Scan: Find 5 Facts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97280" cy="54864"/>
          </a:xfrm>
          <a:prstGeom prst="rect">
            <a:avLst/>
          </a:prstGeom>
          <a:solidFill>
            <a:srgbClr val="D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When does the family gather?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Who tells the story?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What is on the table?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What does grandma say about home?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What rituals stay unchanged?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Festivals and Belonging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6A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1400" b="0" i="0">
                <a:solidFill>
                  <a:srgbClr val="767870"/>
                </a:solidFill>
              </a:rPr>
              <a:t>Grandma's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2194560"/>
            <a:ext cx="8869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</a:pPr>
            <a:r>
              <a:rPr sz="2200" b="0" i="1">
                <a:solidFill>
                  <a:srgbClr val="6B6B66"/>
                </a:solidFill>
              </a:rPr>
              <a:t>“ home is where the table is full 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Festivals and Belonging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7E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3000" b="1" i="0">
                <a:solidFill>
                  <a:srgbClr val="3A3A37"/>
                </a:solidFill>
              </a:rPr>
              <a:t>Discussion: Belonging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834640"/>
            <a:ext cx="9418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6B6B66"/>
                </a:solidFill>
              </a:rPr>
              <a:t>What makes you feel you belong?</a:t>
            </a:r>
          </a:p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6B6B66"/>
                </a:solidFill>
              </a:rPr>
              <a:t>Share one family scene</a:t>
            </a:r>
          </a:p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6B6B66"/>
                </a:solidFill>
              </a:rPr>
              <a:t>3 minutes · groups of 4</a:t>
            </a:r>
          </a:p>
          <a:p>
            <a:pPr algn="ctr">
              <a:spcAft>
                <a:spcPts val="1400"/>
              </a:spcAft>
            </a:pPr>
            <a:r>
              <a:rPr sz="2000" b="0" i="0">
                <a:solidFill>
                  <a:srgbClr val="6B6B66"/>
                </a:solidFill>
              </a:rPr>
              <a:t>One speaker per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Festivals and Belonging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96A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 i="0">
                <a:solidFill>
                  <a:srgbClr val="3A3A37"/>
                </a:solidFill>
              </a:rPr>
              <a:t>Wrap-up &amp; Homework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325880"/>
            <a:ext cx="1097280" cy="54864"/>
          </a:xfrm>
          <a:prstGeom prst="rect">
            <a:avLst/>
          </a:prstGeom>
          <a:solidFill>
            <a:srgbClr val="D8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Key idea: belonging = table + rituals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Homework: write 120 words about a festival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6B6B66"/>
                </a:solidFill>
              </a:rPr>
              <a:t>Use 3 key words from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Festivals and Belonging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sz="900" b="0" i="0">
                <a:solidFill>
                  <a:srgbClr val="6B6B66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